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2C88-0E2E-F0AF-92C1-EFEA93597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A1739-237E-D14D-2AAC-AC4DFE5CD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3246C-CB84-13C4-C402-5C2ADC45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EB4CA-1B26-6229-D1F2-0788D645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3EDC-FD8D-442E-818E-3A40B42E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2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6626-C864-530F-B7C0-1BD0338E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6CFB-0B63-BEF0-9593-B4826D98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08500-87DC-5A1F-0305-BCD73D3E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A3608-A0FE-F936-D5FC-E12E23D8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B5EAC-0A59-9CA4-68A3-72EF2D2C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54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56CB-C7F2-C866-53C0-F9DC07C9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E9D49-1B22-6A15-5F1C-26C2F8762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7C84D-DC61-E848-D5A8-BF12C626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940AE-474D-F6A2-4FCE-433B3E64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3CA46-CDBF-AAA0-DE1B-D121927F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09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9FA5-06D0-C6A7-C57F-6E5AB5AC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D93E-B2F4-7A70-4D5C-11BD38295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861CE-E863-F399-5EA1-D8C9A3438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1219F-7330-4D3E-05BA-52DDDDE3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725C0-AF89-496B-884A-C7951F04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645D1-209C-22E9-A5C3-EF0CAF02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02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8EEE-251B-440D-4FD3-B83565DF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BADC5-74FE-3A1E-F739-938E5E24F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9F621-0810-F8A6-321D-5F3033908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AEBC8-AC33-32D0-D0E7-BD3BA1D36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6B9FB-B60B-59BE-38F0-7C0373018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E0304-B43E-7EBC-53CA-62B9D811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2A918-5445-E441-8AF2-AB6C73E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248D-CBF4-88CF-C5B0-D806A5BC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54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98FD-FC16-2EAB-2628-28DF7ABE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1947A-F91B-8846-F3F8-53802CF4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CFD6F-880F-7096-50E2-CF323A97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47350-0DFE-7B7D-0F4F-1F7BAE62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20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B0473-5002-4E8B-2375-8A59959F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656E6-49B1-B816-1B1F-2CDAA8D5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C797B-7E04-FC01-79D8-D7A0B710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73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C7DC-8122-3998-D88E-4913A724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75E09-7BC2-D763-0F33-33185F0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2DCFC-25C1-4D0A-3622-449521EF0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385C7-CB81-F541-FE90-9C357EEF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E6E88-DA77-3FAA-2316-DB2A50F8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7BAF9-DAC5-DFEF-6B6C-13CD9A62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34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73C8-B22A-EA6F-3B16-29B17CB4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65CE9-B3E5-35F1-6424-9E025C967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E32C-A346-3D89-468E-DBBDFC62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6545F-AEC1-7A3A-A745-3A73A3DC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2AA31-132A-C237-CD7D-BD737122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964B6-62BC-5A1A-0274-BD666052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230F-0DC6-0954-8592-1437814D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EBE38-9846-3725-4D02-A934F3482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FEB4F-85E3-FC3C-B52F-D196E84B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76E5-A93F-3282-F4A9-F3B8BC1A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10913-6CB2-79DA-35E4-6D5F1743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82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4C125-47BA-2B14-1FFA-B9662BBD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08AA6-B1AC-CF67-B05A-92127C990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A9045-44AD-3056-2335-3E63EFF4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997D-852A-3818-5CD9-73415FBF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98DEE-111A-96FD-C94E-C862FB79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699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45316-9A08-888E-D5A1-963C2B03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3A1A4-2538-E7C0-1FCD-4E8C84F3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6CD37-E9A1-7E32-B1D8-5163E578C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EBEF3-CF2A-4F47-B2DA-34AC4EC155E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C6D81-E599-C396-0233-F8B7FC0A0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6A9F8-45C6-32FF-BD49-E41A9C6E0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5FE45-2B76-4924-B658-29A3E1AF0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9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9DF7-4599-02A5-40AE-B384607A2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with FONTS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46942-6DF1-14E5-83B2-0C405199A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9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B180383-36FD-08A3-3877-FB68EC667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640508"/>
              </p:ext>
            </p:extLst>
          </p:nvPr>
        </p:nvGraphicFramePr>
        <p:xfrm>
          <a:off x="3365500" y="3044825"/>
          <a:ext cx="545623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004152" imgH="1480899" progId="ChemDraw.Document.6.0">
                  <p:embed/>
                </p:oleObj>
              </mc:Choice>
              <mc:Fallback>
                <p:oleObj name="CS ChemDraw Drawing" r:id="rId2" imgW="6004152" imgH="1480899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4BA2D8A-B387-44AF-909A-7C090647B9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65500" y="3044825"/>
                        <a:ext cx="5456238" cy="135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345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CS ChemDraw Drawing</vt:lpstr>
      <vt:lpstr>Problem with FONTS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with FONTS</dc:title>
  <dc:creator>Alexey Girin</dc:creator>
  <cp:lastModifiedBy>Alexey Girin</cp:lastModifiedBy>
  <cp:revision>1</cp:revision>
  <dcterms:created xsi:type="dcterms:W3CDTF">2024-02-13T08:08:02Z</dcterms:created>
  <dcterms:modified xsi:type="dcterms:W3CDTF">2024-02-13T08:12:19Z</dcterms:modified>
</cp:coreProperties>
</file>